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35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840480"/>
            <a:ext cx="1371600" cy="13716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Insurance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Management System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51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Implemented using MySQL 9.6</a:t>
            </a:r>
            <a:endParaRPr lang="en-US" sz="1400" dirty="0">
              <a:solidFill>
                <a:srgbClr val="00B050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alibri" pitchFamily="34" charset="0"/>
                <a:cs typeface="Calibri" pitchFamily="34" charset="-120"/>
              </a:rPr>
              <a:t>BY NYANGOMA CHRISTINE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B050"/>
                </a:solidFill>
                <a:latin typeface="Calibri" pitchFamily="34" charset="0"/>
                <a:cs typeface="Calibri" pitchFamily="34" charset="-120"/>
              </a:rPr>
              <a:t>2025/BCS/152/PS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32320" y="3566160"/>
            <a:ext cx="1645920" cy="128016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35661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65760" y="4389120"/>
            <a:ext cx="1828800" cy="64008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Tables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68880" y="4389120"/>
            <a:ext cx="1828800" cy="64008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0" y="4389120"/>
            <a:ext cx="1828800" cy="64008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Policies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675120" y="4389120"/>
            <a:ext cx="1828800" cy="64008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15568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73152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relational database system to manage life insurance operations including customers, policies, agents, payments, and claims.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77440"/>
            <a:ext cx="73152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Community Server 9.6.0, running locally. Database named 'lifeinsurance' with 5 interrelated tables enforcing referential integrity.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39312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39312"/>
            <a:ext cx="73152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307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Design Approach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modelling followed by normalisation to 3NF. Primary and foreign key constraints enforce data integrity across all tables.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115568"/>
            <a:ext cx="3246120" cy="3749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1704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1572768"/>
            <a:ext cx="269748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179222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7190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60720" y="2359152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Tracking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760720" y="292608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8529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Records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60720" y="349300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4198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Logging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760720" y="405993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9867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789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107899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10789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00400" y="31089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</a:t>
            </a:r>
            <a:endParaRPr lang="en-US" sz="12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1D9BBAE-2657-42BE-BECD-9AE11C205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988" y="1078992"/>
            <a:ext cx="2697479" cy="18288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3F25895-D640-4958-9FDF-5ED306579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9" y="3108960"/>
            <a:ext cx="2862072" cy="18288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CB6FF73-F7CF-45E1-94D8-329DF8D3A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1078992"/>
            <a:ext cx="2862071" cy="182879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C339537-9D45-4A2D-81AE-DF45CF2C3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0988" y="3108958"/>
            <a:ext cx="2685452" cy="1828801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B11824F-10E8-477B-ADFB-82BFBABFC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108958"/>
            <a:ext cx="3013911" cy="1828801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253D4431-BA93-4801-B8AD-175610AAF6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03055"/>
            <a:ext cx="3011259" cy="18288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RELATIONSHIPS &amp; ERD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1133856" y="2359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DFD3385-54E2-474F-BDD4-ECAD4A8FA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06750"/>
            <a:ext cx="9144000" cy="4451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DATA  —  SELECT *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customer;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97280"/>
          <a:ext cx="6858000" cy="105156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Phone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NANZIL SHAMIRAH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NTUNGAMO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0790-456-239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nanzilshamirah@gmail.com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NYANGOMA CHRISTINE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MBARARA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0771-798-106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cnyangoma01@gmail.com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KATO CRESCENT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MBARARA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0778-734-128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katocrescent@gmail.com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28600" y="221284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policy;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87168"/>
          <a:ext cx="5577840" cy="9144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PolicyID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Premium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StartDate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EndDate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life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500.00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2026-06-01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2030-06-01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Life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2026-06-02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2030-06-02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Life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800.0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2026-06-03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2030-06-02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28600" y="363931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agent;</a:t>
            </a:r>
            <a:endParaRPr lang="en-US" sz="11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913632"/>
          <a:ext cx="621792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Phone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Commission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AMUMPAIRE SHARON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BUSHENYI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0708-689-453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600.00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ARIHO IVAN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MBARARA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0789-281-347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500.00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ARIKIRIZA MIDRED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IBANDA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0774-560-450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700.00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SQL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42519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6400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03327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3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033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databases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" y="1371600"/>
            <a:ext cx="4005072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DATABASES;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" y="181965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databases on the server, confirming the lifeinsurance DB exists.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2519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64008" cy="12618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37176" y="1033272"/>
            <a:ext cx="347472" cy="34747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03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1033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tables in the database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37176" y="1371600"/>
            <a:ext cx="4005072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lifeinsurance;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TABLES;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81965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context to the database and lists all 5 tables.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331720"/>
            <a:ext cx="42519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331720"/>
            <a:ext cx="64008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40487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4048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table structure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" y="2743200"/>
            <a:ext cx="4005072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43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 customer;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 policy;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" y="319125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column definitions, data types, keys, and constraints for each table.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331720"/>
            <a:ext cx="42519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331720"/>
            <a:ext cx="64008" cy="1261872"/>
          </a:xfrm>
          <a:prstGeom prst="rect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37176" y="2404872"/>
            <a:ext cx="347472" cy="347472"/>
          </a:xfrm>
          <a:prstGeom prst="ellipse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24048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customer records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37176" y="2743200"/>
            <a:ext cx="4005072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43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19125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the customer table showing ID, name, address, phone, age, and email.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3703320"/>
            <a:ext cx="42519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3703320"/>
            <a:ext cx="64008" cy="1261872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" y="3776472"/>
            <a:ext cx="347472" cy="347472"/>
          </a:xfrm>
          <a:prstGeom prst="ellipse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" y="3776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37764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policy records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0896" y="4114800"/>
            <a:ext cx="4005072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14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policy;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10896" y="456285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policies with their types, premium amounts, dates, and linked customer IDs.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703320"/>
            <a:ext cx="4251960" cy="12618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703320"/>
            <a:ext cx="64008" cy="1261872"/>
          </a:xfrm>
          <a:prstGeom prst="rect">
            <a:avLst/>
          </a:prstGeom>
          <a:solidFill>
            <a:srgbClr val="B8540A"/>
          </a:solidFill>
          <a:ln w="12700">
            <a:solidFill>
              <a:srgbClr val="B854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37176" y="3776472"/>
            <a:ext cx="347472" cy="347472"/>
          </a:xfrm>
          <a:prstGeom prst="ellipse">
            <a:avLst/>
          </a:prstGeom>
          <a:solidFill>
            <a:srgbClr val="B8540A"/>
          </a:solidFill>
          <a:ln w="12700">
            <a:solidFill>
              <a:srgbClr val="B854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3776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57800" y="37764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agent records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37176" y="4114800"/>
            <a:ext cx="4005072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114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agent;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37176" y="456285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agent details including name, address, phone, and commission earned.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393</Words>
  <Application>Microsoft Office PowerPoint</Application>
  <PresentationFormat>On-screen Show (16:9)</PresentationFormat>
  <Paragraphs>134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Insurance Database Management System</dc:title>
  <dc:subject>PptxGenJS Presentation</dc:subject>
  <dc:creator>Chtistine;NYANGOMA CHRISTINE</dc:creator>
  <cp:lastModifiedBy>user</cp:lastModifiedBy>
  <cp:revision>14</cp:revision>
  <dcterms:created xsi:type="dcterms:W3CDTF">2026-05-05T18:41:23Z</dcterms:created>
  <dcterms:modified xsi:type="dcterms:W3CDTF">2026-05-06T11:45:17Z</dcterms:modified>
</cp:coreProperties>
</file>