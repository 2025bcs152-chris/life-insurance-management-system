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82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33569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3840480"/>
            <a:ext cx="1371600" cy="1371600"/>
          </a:xfrm>
          <a:prstGeom prst="ellipse">
            <a:avLst/>
          </a:prstGeom>
          <a:solidFill>
            <a:srgbClr val="02C39A">
              <a:alpha val="30000"/>
            </a:srgbClr>
          </a:solidFill>
          <a:ln w="12700">
            <a:solidFill>
              <a:srgbClr val="02C39A">
                <a:alpha val="3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200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MANAGEMENT SYSTEMS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777240"/>
            <a:ext cx="7772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Life Insurance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365760" y="1664208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4C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 Management System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50292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65176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&amp; Implemented using MySQL 9.6</a:t>
            </a:r>
            <a:endParaRPr lang="en-US" sz="1400" dirty="0">
              <a:solidFill>
                <a:srgbClr val="00B050"/>
              </a:solidFill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0B050"/>
                </a:solidFill>
                <a:latin typeface="Calibri" pitchFamily="34" charset="0"/>
                <a:cs typeface="Calibri" pitchFamily="34" charset="-120"/>
              </a:rPr>
              <a:t>BY NYANGOMA CHRISTINE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0B050"/>
                </a:solidFill>
                <a:latin typeface="Calibri" pitchFamily="34" charset="0"/>
                <a:cs typeface="Calibri" pitchFamily="34" charset="-120"/>
              </a:rPr>
              <a:t>2025/BCS/152/PS</a:t>
            </a:r>
            <a:endParaRPr lang="en-US" sz="1400" dirty="0">
              <a:solidFill>
                <a:srgbClr val="00B050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7132320" y="3566160"/>
            <a:ext cx="1645920" cy="1280160"/>
          </a:xfrm>
          <a:prstGeom prst="ellipse">
            <a:avLst/>
          </a:prstGeom>
          <a:solidFill>
            <a:srgbClr val="028090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0" y="3566160"/>
            <a:ext cx="1645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365760" y="4389120"/>
            <a:ext cx="1828800" cy="640080"/>
          </a:xfrm>
          <a:prstGeom prst="rect">
            <a:avLst/>
          </a:prstGeom>
          <a:solidFill>
            <a:srgbClr val="028090">
              <a:alpha val="7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43891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4C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Tables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468880" y="4389120"/>
            <a:ext cx="1828800" cy="640080"/>
          </a:xfrm>
          <a:prstGeom prst="rect">
            <a:avLst/>
          </a:prstGeom>
          <a:solidFill>
            <a:srgbClr val="028090">
              <a:alpha val="7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43891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4C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Customers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0" y="4389120"/>
            <a:ext cx="1828800" cy="640080"/>
          </a:xfrm>
          <a:prstGeom prst="rect">
            <a:avLst/>
          </a:prstGeom>
          <a:solidFill>
            <a:srgbClr val="028090">
              <a:alpha val="7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43891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4C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Policies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675120" y="4389120"/>
            <a:ext cx="1828800" cy="640080"/>
          </a:xfrm>
          <a:prstGeom prst="rect">
            <a:avLst/>
          </a:prstGeom>
          <a:solidFill>
            <a:srgbClr val="028090">
              <a:alpha val="7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0" y="43891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4C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Agents</a:t>
            </a:r>
            <a:endParaRPr lang="en-US" sz="2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2766"/>
    </mc:Choice>
    <mc:Fallback xmlns="">
      <p:transition spd="slow" advTm="32766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INTRODUCTION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9144000" cy="64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15568"/>
            <a:ext cx="50292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20040" y="1115568"/>
            <a:ext cx="73152" cy="11155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207008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400" b="1" dirty="0"/>
              <a:t>DEFINITION</a:t>
            </a:r>
          </a:p>
        </p:txBody>
      </p:sp>
      <p:sp>
        <p:nvSpPr>
          <p:cNvPr id="8" name="Text 6"/>
          <p:cNvSpPr/>
          <p:nvPr/>
        </p:nvSpPr>
        <p:spPr>
          <a:xfrm>
            <a:off x="502920" y="1499615"/>
            <a:ext cx="4663440" cy="7336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/>
              <a:t>The life insurance database management system is a software designed to manage policyholders, insurance policies, premium payments, claims, and agents efficiently.</a:t>
            </a:r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377440"/>
            <a:ext cx="50292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20040" y="2377440"/>
            <a:ext cx="73152" cy="11155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377440"/>
            <a:ext cx="46634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replaces manual record keeping with a structured MySQL based database , improving: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accuracy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Retrieval speed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making</a:t>
            </a:r>
          </a:p>
          <a:p>
            <a:pPr marL="0" indent="0">
              <a:buNone/>
            </a:pP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276148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637202"/>
            <a:ext cx="4984653" cy="111767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20040" y="3639312"/>
            <a:ext cx="73152" cy="11155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639312"/>
            <a:ext cx="48463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operates in the insurance Industry, specifically life insurance</a:t>
            </a:r>
          </a:p>
          <a:p>
            <a:pPr marL="0" indent="0">
              <a:buNone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main users of the system  include; customers, insurance agents and company administrators.</a:t>
            </a:r>
          </a:p>
          <a:p>
            <a:pPr marL="171450" indent="-171450">
              <a:buFont typeface="Wingdings" panose="05000000000000000000" pitchFamily="2" charset="2"/>
              <a:buChar char="q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r>
              <a:rPr lang="en-US" sz="1000" b="1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 To design and implement </a:t>
            </a:r>
            <a:r>
              <a:rPr lang="en-US" sz="10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 relational database system to manage life insurance        operations including customers, policies, agents, payments, and claims.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4023360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577840" y="1115568"/>
            <a:ext cx="3246120" cy="37490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577840" y="1170432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4C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52160" y="1572768"/>
            <a:ext cx="2697480" cy="274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60720" y="1792224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17190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Management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760720" y="2359152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22860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Tracking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760720" y="2926080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26480" y="285292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Records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760720" y="3493008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0" y="3419856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Logging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760720" y="4059936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0" y="398678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Processing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849"/>
    </mc:Choice>
    <mc:Fallback xmlns="">
      <p:transition spd="slow" advTm="91849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 TABLES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107899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108960" y="1078992"/>
            <a:ext cx="2697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200400" y="107899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3200400" y="310896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</a:t>
            </a:r>
            <a:endParaRPr lang="en-US" sz="1200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E1D9BBAE-2657-42BE-BECD-9AE11C205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0988" y="1078992"/>
            <a:ext cx="2697479" cy="182880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3F25895-D640-4958-9FDF-5ED306579A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6169" y="3108960"/>
            <a:ext cx="2862072" cy="182880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9CB6FF73-F7CF-45E1-94D8-329DF8D3AC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6168" y="1078992"/>
            <a:ext cx="2862071" cy="1828799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AC339537-9D45-4A2D-81AE-DF45CF2C30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0988" y="3108958"/>
            <a:ext cx="2685452" cy="1828801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BB11824F-10E8-477B-ADFB-82BFBABFC3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108958"/>
            <a:ext cx="3013911" cy="1828801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253D4431-BA93-4801-B8AD-175610AAF6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1103055"/>
            <a:ext cx="3011259" cy="18288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6479"/>
    </mc:Choice>
    <mc:Fallback xmlns="">
      <p:transition spd="slow" advTm="146479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 RELATIONSHIPS &amp; ERD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1133856" y="2359152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5DFD3385-54E2-474F-BDD4-ECAD4A8FA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806750"/>
            <a:ext cx="9144000" cy="44510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1451"/>
    </mc:Choice>
    <mc:Fallback xmlns="">
      <p:transition spd="slow" advTm="8145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DATA  —  SELECT *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82296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customer;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097280"/>
          <a:ext cx="6858000" cy="1051560"/>
        </p:xfrm>
        <a:graphic>
          <a:graphicData uri="http://schemas.openxmlformats.org/drawingml/2006/table">
            <a:tbl>
              <a:tblPr/>
              <a:tblGrid>
                <a:gridCol w="274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Name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Phone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Age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Email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NANZIL SHAMIRAH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NTUNGAMO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0790-456-239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nanzilshamirah@gmail.com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NYANGOMA CHRISTINE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MBARARA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0771-798-106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cnyangoma01@gmail.com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KATO CRESCENT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MBARARA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0778-734-128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katocrescent@gmail.com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28600" y="221284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policy;</a:t>
            </a:r>
            <a:endParaRPr lang="en-US" sz="11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9131019"/>
              </p:ext>
            </p:extLst>
          </p:nvPr>
        </p:nvGraphicFramePr>
        <p:xfrm>
          <a:off x="228600" y="2487168"/>
          <a:ext cx="5577840" cy="91440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PolicyID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Type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Premium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StartDate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EndDate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err="1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CustID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life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500.00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2026-06-01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2030-06-01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Life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400.0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2026-06-02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2030-06-02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Life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800.0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2026-06-03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2030-06-02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228600" y="3639312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4E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agent;</a:t>
            </a:r>
            <a:endParaRPr lang="en-US" sz="110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913632"/>
          <a:ext cx="6217920" cy="91440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AgentID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Name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Phone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Commission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AMUMPAIRE SHARON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BUSHENYI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0708-689-453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600.00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ARIHO IVAN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MBARARA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0789-281-347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500.00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ARIKIRIZA MIDRED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IBANDA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0774-560-450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54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700.00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823"/>
    </mc:Choice>
    <mc:Fallback xmlns="">
      <p:transition spd="slow" advTm="79823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SQL QUERIES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804672"/>
            <a:ext cx="9144000" cy="54864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2880" y="960120"/>
            <a:ext cx="4251960" cy="1261872"/>
          </a:xfrm>
          <a:prstGeom prst="rect">
            <a:avLst/>
          </a:prstGeom>
          <a:solidFill>
            <a:srgbClr val="F0F4F8"/>
          </a:solidFill>
          <a:ln w="12700">
            <a:solidFill>
              <a:srgbClr val="E2EA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960120"/>
            <a:ext cx="64008" cy="12618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" y="1033272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0896" y="103327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1033272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all databases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0896" y="1371600"/>
            <a:ext cx="4005072" cy="384048"/>
          </a:xfrm>
          <a:prstGeom prst="rect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37160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 DATABASES;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10896" y="1819656"/>
            <a:ext cx="4005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all databases on the server, confirming the lifeinsurance DB exists.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09160" y="960120"/>
            <a:ext cx="4251960" cy="1261872"/>
          </a:xfrm>
          <a:prstGeom prst="rect">
            <a:avLst/>
          </a:prstGeom>
          <a:solidFill>
            <a:srgbClr val="F0F4F8"/>
          </a:solidFill>
          <a:ln w="12700">
            <a:solidFill>
              <a:srgbClr val="E2EA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960120"/>
            <a:ext cx="64008" cy="1261872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37176" y="1033272"/>
            <a:ext cx="347472" cy="347472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37176" y="103327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257800" y="1033272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tables in the database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37176" y="1371600"/>
            <a:ext cx="4005072" cy="384048"/>
          </a:xfrm>
          <a:prstGeom prst="rect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137160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lifeinsurance;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 TABLES;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37176" y="1819656"/>
            <a:ext cx="4005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context to the database and lists all 5 tables.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82880" y="2331720"/>
            <a:ext cx="4251960" cy="1261872"/>
          </a:xfrm>
          <a:prstGeom prst="rect">
            <a:avLst/>
          </a:prstGeom>
          <a:solidFill>
            <a:srgbClr val="F0F4F8"/>
          </a:solidFill>
          <a:ln w="12700">
            <a:solidFill>
              <a:srgbClr val="E2EA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82880" y="2331720"/>
            <a:ext cx="64008" cy="12618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0896" y="2404872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0896" y="240487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1520" y="2404872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table structure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10896" y="2743200"/>
            <a:ext cx="4005072" cy="384048"/>
          </a:xfrm>
          <a:prstGeom prst="rect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274320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 customer;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 policy;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10896" y="3191256"/>
            <a:ext cx="4005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Displays column definitions, data types, keys, and constraints for each table.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09160" y="2331720"/>
            <a:ext cx="4251960" cy="1261872"/>
          </a:xfrm>
          <a:prstGeom prst="rect">
            <a:avLst/>
          </a:prstGeom>
          <a:solidFill>
            <a:srgbClr val="F0F4F8"/>
          </a:solidFill>
          <a:ln w="12700">
            <a:solidFill>
              <a:srgbClr val="E2EA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09160" y="2331720"/>
            <a:ext cx="64008" cy="1261872"/>
          </a:xfrm>
          <a:prstGeom prst="rect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37176" y="2404872"/>
            <a:ext cx="347472" cy="347472"/>
          </a:xfrm>
          <a:prstGeom prst="ellipse">
            <a:avLst/>
          </a:prstGeom>
          <a:solidFill>
            <a:srgbClr val="0D6EAF"/>
          </a:solidFill>
          <a:ln w="12700">
            <a:solidFill>
              <a:srgbClr val="0D6EA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37176" y="240487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257800" y="2404872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all customer records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837176" y="2743200"/>
            <a:ext cx="4005072" cy="384048"/>
          </a:xfrm>
          <a:prstGeom prst="rect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92040" y="274320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customer;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37176" y="3191256"/>
            <a:ext cx="4005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all rows from the customer table showing ID, name, address, phone, age, and email.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82880" y="3703320"/>
            <a:ext cx="4251960" cy="1261872"/>
          </a:xfrm>
          <a:prstGeom prst="rect">
            <a:avLst/>
          </a:prstGeom>
          <a:solidFill>
            <a:srgbClr val="F0F4F8"/>
          </a:solidFill>
          <a:ln w="12700">
            <a:solidFill>
              <a:srgbClr val="E2EA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82880" y="3703320"/>
            <a:ext cx="64008" cy="1261872"/>
          </a:xfrm>
          <a:prstGeom prst="rect">
            <a:avLst/>
          </a:prstGeom>
          <a:solidFill>
            <a:srgbClr val="6A0572"/>
          </a:solidFill>
          <a:ln w="12700">
            <a:solidFill>
              <a:srgbClr val="6A057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10896" y="3776472"/>
            <a:ext cx="347472" cy="347472"/>
          </a:xfrm>
          <a:prstGeom prst="ellipse">
            <a:avLst/>
          </a:prstGeom>
          <a:solidFill>
            <a:srgbClr val="6A0572"/>
          </a:solidFill>
          <a:ln w="12700">
            <a:solidFill>
              <a:srgbClr val="6A057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10896" y="377647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31520" y="3776472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all policy records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10896" y="4114800"/>
            <a:ext cx="4005072" cy="384048"/>
          </a:xfrm>
          <a:prstGeom prst="rect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1480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policy;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0896" y="4562856"/>
            <a:ext cx="4005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Fetches all policies with their types, premium amounts, dates, and linked customer IDs.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709160" y="3703320"/>
            <a:ext cx="4160520" cy="120700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A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709160" y="3703320"/>
            <a:ext cx="64008" cy="1261872"/>
          </a:xfrm>
          <a:prstGeom prst="rect">
            <a:avLst/>
          </a:prstGeom>
          <a:solidFill>
            <a:srgbClr val="B8540A"/>
          </a:solidFill>
          <a:ln w="12700">
            <a:solidFill>
              <a:srgbClr val="B8540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837176" y="3776472"/>
            <a:ext cx="347472" cy="347472"/>
          </a:xfrm>
          <a:prstGeom prst="ellipse">
            <a:avLst/>
          </a:prstGeom>
          <a:solidFill>
            <a:srgbClr val="B8540A"/>
          </a:solidFill>
          <a:ln w="12700">
            <a:solidFill>
              <a:srgbClr val="B8540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37176" y="377647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7800" y="3776472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all agent records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837176" y="4114800"/>
            <a:ext cx="4005072" cy="384048"/>
          </a:xfrm>
          <a:prstGeom prst="rect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92040" y="411480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agent;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837176" y="4562856"/>
            <a:ext cx="4005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agent details including name, address, phone, and commission earned.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3210"/>
    </mc:Choice>
    <mc:Fallback xmlns="">
      <p:transition spd="slow" advTm="12321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16BC50-B5D8-4F6A-9B31-2837D2ABEB42}"/>
              </a:ext>
            </a:extLst>
          </p:cNvPr>
          <p:cNvSpPr txBox="1"/>
          <p:nvPr/>
        </p:nvSpPr>
        <p:spPr>
          <a:xfrm>
            <a:off x="1236133" y="287350"/>
            <a:ext cx="5977467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THANK YOU !!</a:t>
            </a:r>
          </a:p>
          <a:p>
            <a:pPr algn="ctr"/>
            <a:endParaRPr lang="en-US" sz="4000" b="1" dirty="0"/>
          </a:p>
          <a:p>
            <a:pPr algn="ctr"/>
            <a:r>
              <a:rPr lang="en-US" b="1" dirty="0">
                <a:solidFill>
                  <a:srgbClr val="009999"/>
                </a:solidFill>
              </a:rPr>
              <a:t>NYANGOMA CHRISTINE</a:t>
            </a:r>
          </a:p>
          <a:p>
            <a:pPr algn="ctr"/>
            <a:r>
              <a:rPr lang="en-US" b="1" dirty="0">
                <a:solidFill>
                  <a:srgbClr val="009999"/>
                </a:solidFill>
              </a:rPr>
              <a:t>2025/BCS/152/PS</a:t>
            </a:r>
          </a:p>
          <a:p>
            <a:pPr algn="ctr"/>
            <a:endParaRPr lang="en-US" b="1" dirty="0">
              <a:solidFill>
                <a:srgbClr val="009999"/>
              </a:solidFill>
            </a:endParaRPr>
          </a:p>
          <a:p>
            <a:pPr algn="ctr"/>
            <a:r>
              <a:rPr lang="en-US" sz="2400" dirty="0">
                <a:solidFill>
                  <a:srgbClr val="7030A0"/>
                </a:solidFill>
              </a:rPr>
              <a:t>PRESENTING TO YOU</a:t>
            </a:r>
          </a:p>
          <a:p>
            <a:pPr algn="ctr"/>
            <a:r>
              <a:rPr lang="en-US" sz="2400" dirty="0">
                <a:solidFill>
                  <a:srgbClr val="7030A0"/>
                </a:solidFill>
              </a:rPr>
              <a:t>LIFE INSURANCE DATABASE MANAGEMENT PROJECT</a:t>
            </a:r>
          </a:p>
        </p:txBody>
      </p:sp>
    </p:spTree>
    <p:extLst>
      <p:ext uri="{BB962C8B-B14F-4D97-AF65-F5344CB8AC3E}">
        <p14:creationId xmlns:p14="http://schemas.microsoft.com/office/powerpoint/2010/main" val="2593854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163"/>
    </mc:Choice>
    <mc:Fallback xmlns="">
      <p:transition spd="slow" advTm="13163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445</Words>
  <Application>Microsoft Office PowerPoint</Application>
  <PresentationFormat>On-screen Show (16:9)</PresentationFormat>
  <Paragraphs>148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Arial</vt:lpstr>
      <vt:lpstr>Calibri</vt:lpstr>
      <vt:lpstr>Consolas</vt:lpstr>
      <vt:lpstr>Georgia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Life Insurance Database Management System</dc:title>
  <dc:subject>PptxGenJS Presentation</dc:subject>
  <dc:creator>Chtistine;NYANGOMA CHRISTINE</dc:creator>
  <cp:lastModifiedBy>user</cp:lastModifiedBy>
  <cp:revision>28</cp:revision>
  <dcterms:created xsi:type="dcterms:W3CDTF">2026-05-05T18:41:23Z</dcterms:created>
  <dcterms:modified xsi:type="dcterms:W3CDTF">2026-05-06T19:48:12Z</dcterms:modified>
</cp:coreProperties>
</file>